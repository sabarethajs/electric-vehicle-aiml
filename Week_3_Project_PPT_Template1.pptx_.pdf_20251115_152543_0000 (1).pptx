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" charset="1" panose="020F0502020204030204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svg" Type="http://schemas.openxmlformats.org/officeDocument/2006/relationships/image"/><Relationship Id="rId14" Target="https://www.freepik.com/" TargetMode="External" Type="http://schemas.openxmlformats.org/officeDocument/2006/relationships/hyperlink"/><Relationship Id="rId15" Target="https://www.freepik.com/" TargetMode="External" Type="http://schemas.openxmlformats.org/officeDocument/2006/relationships/hyperlink"/><Relationship Id="rId16" Target="https://www.freepik.com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494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7372350" cy="1095375"/>
          </a:xfrm>
          <a:custGeom>
            <a:avLst/>
            <a:gdLst/>
            <a:ahLst/>
            <a:cxnLst/>
            <a:rect r="r" b="b" t="t" l="l"/>
            <a:pathLst>
              <a:path h="1095375" w="7372350">
                <a:moveTo>
                  <a:pt x="0" y="0"/>
                </a:moveTo>
                <a:lnTo>
                  <a:pt x="7372350" y="0"/>
                </a:lnTo>
                <a:lnTo>
                  <a:pt x="7372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8288000" cy="10286362"/>
          </a:xfrm>
          <a:custGeom>
            <a:avLst/>
            <a:gdLst/>
            <a:ahLst/>
            <a:cxnLst/>
            <a:rect r="r" b="b" t="t" l="l"/>
            <a:pathLst>
              <a:path h="10286362" w="18288000">
                <a:moveTo>
                  <a:pt x="0" y="0"/>
                </a:moveTo>
                <a:lnTo>
                  <a:pt x="18288000" y="0"/>
                </a:lnTo>
                <a:lnTo>
                  <a:pt x="18288000" y="10286362"/>
                </a:lnTo>
                <a:lnTo>
                  <a:pt x="0" y="10286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26805" y="793118"/>
            <a:ext cx="7175497" cy="1631823"/>
          </a:xfrm>
          <a:custGeom>
            <a:avLst/>
            <a:gdLst/>
            <a:ahLst/>
            <a:cxnLst/>
            <a:rect r="r" b="b" t="t" l="l"/>
            <a:pathLst>
              <a:path h="1631823" w="7175497">
                <a:moveTo>
                  <a:pt x="0" y="0"/>
                </a:moveTo>
                <a:lnTo>
                  <a:pt x="7175497" y="0"/>
                </a:lnTo>
                <a:lnTo>
                  <a:pt x="7175497" y="1631823"/>
                </a:lnTo>
                <a:lnTo>
                  <a:pt x="0" y="1631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0312" y="3904488"/>
            <a:ext cx="10457688" cy="4741164"/>
          </a:xfrm>
          <a:custGeom>
            <a:avLst/>
            <a:gdLst/>
            <a:ahLst/>
            <a:cxnLst/>
            <a:rect r="r" b="b" t="t" l="l"/>
            <a:pathLst>
              <a:path h="4741164" w="10457688">
                <a:moveTo>
                  <a:pt x="0" y="0"/>
                </a:moveTo>
                <a:lnTo>
                  <a:pt x="10457688" y="0"/>
                </a:lnTo>
                <a:lnTo>
                  <a:pt x="10457688" y="4741164"/>
                </a:lnTo>
                <a:lnTo>
                  <a:pt x="0" y="474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99902" y="1301991"/>
            <a:ext cx="1894456" cy="616220"/>
          </a:xfrm>
          <a:custGeom>
            <a:avLst/>
            <a:gdLst/>
            <a:ahLst/>
            <a:cxnLst/>
            <a:rect r="r" b="b" t="t" l="l"/>
            <a:pathLst>
              <a:path h="616220" w="1894456">
                <a:moveTo>
                  <a:pt x="0" y="0"/>
                </a:moveTo>
                <a:lnTo>
                  <a:pt x="1894456" y="0"/>
                </a:lnTo>
                <a:lnTo>
                  <a:pt x="1894456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34501" y="1112453"/>
            <a:ext cx="1183424" cy="996506"/>
          </a:xfrm>
          <a:custGeom>
            <a:avLst/>
            <a:gdLst/>
            <a:ahLst/>
            <a:cxnLst/>
            <a:rect r="r" b="b" t="t" l="l"/>
            <a:pathLst>
              <a:path h="996506" w="1183424">
                <a:moveTo>
                  <a:pt x="0" y="0"/>
                </a:moveTo>
                <a:lnTo>
                  <a:pt x="1183424" y="0"/>
                </a:lnTo>
                <a:lnTo>
                  <a:pt x="1183424" y="996506"/>
                </a:lnTo>
                <a:lnTo>
                  <a:pt x="0" y="9965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30950" y="3803142"/>
            <a:ext cx="7929191" cy="88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8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 TYPE PREDICTION CHATBOT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42436" y="5177304"/>
            <a:ext cx="32318" cy="25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30950" y="5422135"/>
            <a:ext cx="8363102" cy="197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sz="4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WHETHER AN ELECTRIC </a:t>
            </a:r>
          </a:p>
          <a:p>
            <a:pPr algn="l">
              <a:lnSpc>
                <a:spcPts val="5692"/>
              </a:lnSpc>
            </a:pPr>
            <a:r>
              <a:rPr lang="en-US" sz="4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VEHICLE IS BEV OR PHEV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95247" y="7250554"/>
            <a:ext cx="4120248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3"/>
              </a:lnSpc>
            </a:pPr>
            <a:r>
              <a:rPr lang="en-US" sz="4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- SABARETHA JS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0076" y="9413748"/>
            <a:ext cx="1790957" cy="16764"/>
          </a:xfrm>
          <a:custGeom>
            <a:avLst/>
            <a:gdLst/>
            <a:ahLst/>
            <a:cxnLst/>
            <a:rect r="r" b="b" t="t" l="l"/>
            <a:pathLst>
              <a:path h="16764" w="1790957">
                <a:moveTo>
                  <a:pt x="0" y="0"/>
                </a:moveTo>
                <a:lnTo>
                  <a:pt x="1790957" y="0"/>
                </a:lnTo>
                <a:lnTo>
                  <a:pt x="1790957" y="16764"/>
                </a:lnTo>
                <a:lnTo>
                  <a:pt x="0" y="16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31880" y="2272789"/>
            <a:ext cx="6263516" cy="6836026"/>
          </a:xfrm>
          <a:custGeom>
            <a:avLst/>
            <a:gdLst/>
            <a:ahLst/>
            <a:cxnLst/>
            <a:rect r="r" b="b" t="t" l="l"/>
            <a:pathLst>
              <a:path h="6836026" w="6263516">
                <a:moveTo>
                  <a:pt x="0" y="0"/>
                </a:moveTo>
                <a:lnTo>
                  <a:pt x="6263516" y="0"/>
                </a:lnTo>
                <a:lnTo>
                  <a:pt x="6263516" y="6836026"/>
                </a:lnTo>
                <a:lnTo>
                  <a:pt x="0" y="6836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3380" y="2356361"/>
            <a:ext cx="10932538" cy="38100"/>
          </a:xfrm>
          <a:custGeom>
            <a:avLst/>
            <a:gdLst/>
            <a:ahLst/>
            <a:cxnLst/>
            <a:rect r="r" b="b" t="t" l="l"/>
            <a:pathLst>
              <a:path h="38100" w="10932538">
                <a:moveTo>
                  <a:pt x="0" y="0"/>
                </a:moveTo>
                <a:lnTo>
                  <a:pt x="10932538" y="0"/>
                </a:lnTo>
                <a:lnTo>
                  <a:pt x="10932538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380" y="8886187"/>
            <a:ext cx="10932538" cy="38100"/>
          </a:xfrm>
          <a:custGeom>
            <a:avLst/>
            <a:gdLst/>
            <a:ahLst/>
            <a:cxnLst/>
            <a:rect r="r" b="b" t="t" l="l"/>
            <a:pathLst>
              <a:path h="38100" w="10932538">
                <a:moveTo>
                  <a:pt x="0" y="0"/>
                </a:moveTo>
                <a:lnTo>
                  <a:pt x="10932538" y="0"/>
                </a:lnTo>
                <a:lnTo>
                  <a:pt x="10932538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5656" y="1232183"/>
            <a:ext cx="32318" cy="22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476" y="1465488"/>
            <a:ext cx="3747783" cy="56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Learning Objectives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668" y="9117730"/>
            <a:ext cx="997277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 :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14" tooltip="https://www.freepik.com/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0076" y="9117730"/>
            <a:ext cx="1859090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5" tooltip="https://www.freepik.com/"/>
              </a:rPr>
              <a:t>www.freepik.com/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6" tooltip="https://www.freepik.com/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1507" y="4819469"/>
            <a:ext cx="1997183" cy="91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8"/>
              </a:lnSpc>
            </a:pPr>
            <a:r>
              <a:rPr lang="en-US" b="true" sz="52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  <a:r>
              <a:rPr lang="en-US" sz="52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1668" y="2448944"/>
            <a:ext cx="9347683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1.Understand the types of Electric Vehicles (EVs):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196" y="3051305"/>
            <a:ext cx="7486717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BEV (Battery Electric Vehicle) • PHEV (Plug-in Hybrid Electric Vehicle)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668" y="4256789"/>
            <a:ext cx="11001651" cy="36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Build a machine learning model to classify EV types 3. Use Python libraries: pandas, scikit-learn, and Streamlit 4.Create a user-friendly chatbot interface for EV type prediction 5.Gain experience in deploying ML models as interactive applications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3234" y="2351084"/>
            <a:ext cx="17205322" cy="7165972"/>
          </a:xfrm>
          <a:custGeom>
            <a:avLst/>
            <a:gdLst/>
            <a:ahLst/>
            <a:cxnLst/>
            <a:rect r="r" b="b" t="t" l="l"/>
            <a:pathLst>
              <a:path h="7165972" w="17205322">
                <a:moveTo>
                  <a:pt x="0" y="0"/>
                </a:moveTo>
                <a:lnTo>
                  <a:pt x="17205322" y="0"/>
                </a:lnTo>
                <a:lnTo>
                  <a:pt x="17205322" y="7165972"/>
                </a:lnTo>
                <a:lnTo>
                  <a:pt x="0" y="7165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656" y="1505112"/>
            <a:ext cx="5188468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Tools and Technology used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2206" y="1661189"/>
            <a:ext cx="32318" cy="32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512" y="2013461"/>
            <a:ext cx="6474743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Programming Language: Python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4776" y="3384680"/>
            <a:ext cx="12979337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for data processing, model training, and building the chatbot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7512" y="3431543"/>
            <a:ext cx="2299021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Libraries: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4776" y="4792856"/>
            <a:ext cx="15122966" cy="178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pandas – to handle and process the dataset </a:t>
            </a:r>
          </a:p>
          <a:p>
            <a:pPr algn="l">
              <a:lnSpc>
                <a:spcPts val="8996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scikit-learn – to create and train the machine learning model (Random Forest) </a:t>
            </a:r>
          </a:p>
          <a:p>
            <a:pPr algn="l">
              <a:lnSpc>
                <a:spcPts val="2091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streamlit – to build the interactive chatbot interface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7512" y="6248143"/>
            <a:ext cx="16504415" cy="30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6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IDE: VS Code / PyCharm – for writing and managing Python code </a:t>
            </a:r>
          </a:p>
          <a:p>
            <a:pPr algn="l">
              <a:lnSpc>
                <a:spcPts val="2095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4.Platform for Chatbot: Streamlit – provides a simple web interface to interact with the </a:t>
            </a:r>
          </a:p>
          <a:p>
            <a:pPr algn="l">
              <a:lnSpc>
                <a:spcPts val="7383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</a:t>
            </a:r>
          </a:p>
          <a:p>
            <a:pPr algn="l">
              <a:lnSpc>
                <a:spcPts val="3704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5.Web Browser – to run and test the Streamlit app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9884" y="2179634"/>
            <a:ext cx="17585693" cy="7337422"/>
          </a:xfrm>
          <a:custGeom>
            <a:avLst/>
            <a:gdLst/>
            <a:ahLst/>
            <a:cxnLst/>
            <a:rect r="r" b="b" t="t" l="l"/>
            <a:pathLst>
              <a:path h="7337422" w="17585693">
                <a:moveTo>
                  <a:pt x="0" y="0"/>
                </a:moveTo>
                <a:lnTo>
                  <a:pt x="17585694" y="0"/>
                </a:lnTo>
                <a:lnTo>
                  <a:pt x="17585694" y="7337422"/>
                </a:lnTo>
                <a:lnTo>
                  <a:pt x="0" y="733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656" y="1232183"/>
            <a:ext cx="32318" cy="22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4820" y="1457487"/>
            <a:ext cx="2526030" cy="5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" y="2192188"/>
            <a:ext cx="2177091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Data Collection: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2376" y="2661961"/>
            <a:ext cx="10531507" cy="9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Collected dataset of electric vehicles including Make, Model, Model Year, and Base MSRP • Labeled each vehicle as BEV or PHEV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3400" y="3600745"/>
            <a:ext cx="2638768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Data Preprocessing: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2376" y="4071661"/>
            <a:ext cx="10781786" cy="9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Handled missing values (if any) • Converted categorical features (Make, Model) into numerical form using One-Hot Encoding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3400" y="5010693"/>
            <a:ext cx="2152212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Model Training: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2376" y="5480085"/>
            <a:ext cx="7167353" cy="1403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Random Forest Classifier from scikit-learn • Split data into training and testing sets (80% train, 20% test) • Trained the model to predict EV type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400" y="6890166"/>
            <a:ext cx="1978114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Model Saving: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376" y="7359558"/>
            <a:ext cx="8973922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Saved the trained model as 'ev_type_model.pkl' for later use in the chatbot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3400" y="7828950"/>
            <a:ext cx="2972981" cy="4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Chatbot Development: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2376" y="8298342"/>
            <a:ext cx="6276642" cy="93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1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Built an interactive Streamlit app • Users can select Make, Model, enter Year and MSRP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6584" y="2053276"/>
            <a:ext cx="16500472" cy="7489822"/>
          </a:xfrm>
          <a:custGeom>
            <a:avLst/>
            <a:gdLst/>
            <a:ahLst/>
            <a:cxnLst/>
            <a:rect r="r" b="b" t="t" l="l"/>
            <a:pathLst>
              <a:path h="7489822" w="16500472">
                <a:moveTo>
                  <a:pt x="0" y="0"/>
                </a:moveTo>
                <a:lnTo>
                  <a:pt x="16500472" y="0"/>
                </a:lnTo>
                <a:lnTo>
                  <a:pt x="16500472" y="7489822"/>
                </a:lnTo>
                <a:lnTo>
                  <a:pt x="0" y="7489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4820" y="1505112"/>
            <a:ext cx="3778548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4258" y="1737389"/>
            <a:ext cx="32318" cy="24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00" y="1982981"/>
            <a:ext cx="15491946" cy="137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1.Electric vehicles (EVs) come in different types: BEV (Battery Electric Vehicle) and </a:t>
            </a:r>
          </a:p>
          <a:p>
            <a:pPr algn="l">
              <a:lnSpc>
                <a:spcPts val="3416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PHEV (Plug-in Hybrid Electric Vehicle)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0100" y="3726818"/>
            <a:ext cx="15503585" cy="16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Determining the type of an EV manually can be time-consuming and confusing, </a:t>
            </a:r>
          </a:p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especially with many car models available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5737222"/>
            <a:ext cx="16094335" cy="164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Users need a quick and accurate way to identify the EV type based on features like </a:t>
            </a:r>
          </a:p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Make, Model, Year, and Base MSRP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7747759"/>
            <a:ext cx="16587578" cy="16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Goal: Build an interactive chatbot that predicts whether an EV is BEV or PHEV using a </a:t>
            </a:r>
          </a:p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machine learning model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7984" y="2427284"/>
            <a:ext cx="17472022" cy="7089772"/>
          </a:xfrm>
          <a:custGeom>
            <a:avLst/>
            <a:gdLst/>
            <a:ahLst/>
            <a:cxnLst/>
            <a:rect r="r" b="b" t="t" l="l"/>
            <a:pathLst>
              <a:path h="7089772" w="17472022">
                <a:moveTo>
                  <a:pt x="0" y="0"/>
                </a:moveTo>
                <a:lnTo>
                  <a:pt x="17472022" y="0"/>
                </a:lnTo>
                <a:lnTo>
                  <a:pt x="17472022" y="7089772"/>
                </a:lnTo>
                <a:lnTo>
                  <a:pt x="0" y="70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0060" y="2545080"/>
            <a:ext cx="17327880" cy="6853428"/>
          </a:xfrm>
          <a:custGeom>
            <a:avLst/>
            <a:gdLst/>
            <a:ahLst/>
            <a:cxnLst/>
            <a:rect r="r" b="b" t="t" l="l"/>
            <a:pathLst>
              <a:path h="6853428" w="17327880">
                <a:moveTo>
                  <a:pt x="0" y="0"/>
                </a:moveTo>
                <a:lnTo>
                  <a:pt x="17327880" y="0"/>
                </a:lnTo>
                <a:lnTo>
                  <a:pt x="17327880" y="6853428"/>
                </a:lnTo>
                <a:lnTo>
                  <a:pt x="0" y="6853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656" y="1232183"/>
            <a:ext cx="32318" cy="22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4820" y="1457487"/>
            <a:ext cx="1683887" cy="5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Solution: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500" y="2470404"/>
            <a:ext cx="13792400" cy="206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1.Developed a machine learning model to classify EV type (BEV or PHEV) </a:t>
            </a:r>
          </a:p>
          <a:p>
            <a:pPr algn="l">
              <a:lnSpc>
                <a:spcPts val="5544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Used a suitable classifier model in Python foraccuratepredictions 3.Created an interactive Streamlit chatbot: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028" y="4535929"/>
            <a:ext cx="7421423" cy="211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User selects Make and Model • Enters Model Year and Base MSRP • Chatbot predicts EV type in real-time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6648574"/>
            <a:ext cx="16369922" cy="141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4.Model is pre-trained and saved as 'ev_type_model.pkl' to make predictions instantly 5.Provides a user-friendly interface for easy access and decision-making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00275" y="2228850"/>
            <a:ext cx="13887450" cy="6934200"/>
          </a:xfrm>
          <a:custGeom>
            <a:avLst/>
            <a:gdLst/>
            <a:ahLst/>
            <a:cxnLst/>
            <a:rect r="r" b="b" t="t" l="l"/>
            <a:pathLst>
              <a:path h="6934200" w="13887450">
                <a:moveTo>
                  <a:pt x="0" y="0"/>
                </a:moveTo>
                <a:lnTo>
                  <a:pt x="13887450" y="0"/>
                </a:lnTo>
                <a:lnTo>
                  <a:pt x="13887450" y="6934200"/>
                </a:lnTo>
                <a:lnTo>
                  <a:pt x="0" y="6934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4820" y="1505112"/>
            <a:ext cx="4209917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6823" y="198034"/>
            <a:ext cx="2502284" cy="743293"/>
          </a:xfrm>
          <a:custGeom>
            <a:avLst/>
            <a:gdLst/>
            <a:ahLst/>
            <a:cxnLst/>
            <a:rect r="r" b="b" t="t" l="l"/>
            <a:pathLst>
              <a:path h="743293" w="2502284">
                <a:moveTo>
                  <a:pt x="0" y="0"/>
                </a:moveTo>
                <a:lnTo>
                  <a:pt x="2502284" y="0"/>
                </a:lnTo>
                <a:lnTo>
                  <a:pt x="2502284" y="743293"/>
                </a:lnTo>
                <a:lnTo>
                  <a:pt x="0" y="74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5128367" cy="1224277"/>
          </a:xfrm>
          <a:custGeom>
            <a:avLst/>
            <a:gdLst/>
            <a:ahLst/>
            <a:cxnLst/>
            <a:rect r="r" b="b" t="t" l="l"/>
            <a:pathLst>
              <a:path h="1224277" w="15128367">
                <a:moveTo>
                  <a:pt x="0" y="0"/>
                </a:moveTo>
                <a:lnTo>
                  <a:pt x="15128367" y="0"/>
                </a:lnTo>
                <a:lnTo>
                  <a:pt x="15128367" y="1224277"/>
                </a:lnTo>
                <a:lnTo>
                  <a:pt x="0" y="1224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760959" cy="1066162"/>
          </a:xfrm>
          <a:custGeom>
            <a:avLst/>
            <a:gdLst/>
            <a:ahLst/>
            <a:cxnLst/>
            <a:rect r="r" b="b" t="t" l="l"/>
            <a:pathLst>
              <a:path h="1066162" w="14760959">
                <a:moveTo>
                  <a:pt x="0" y="0"/>
                </a:moveTo>
                <a:lnTo>
                  <a:pt x="14760959" y="0"/>
                </a:lnTo>
                <a:lnTo>
                  <a:pt x="14760959" y="1066162"/>
                </a:lnTo>
                <a:lnTo>
                  <a:pt x="0" y="1066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0434" y="2408234"/>
            <a:ext cx="16538572" cy="7013572"/>
          </a:xfrm>
          <a:custGeom>
            <a:avLst/>
            <a:gdLst/>
            <a:ahLst/>
            <a:cxnLst/>
            <a:rect r="r" b="b" t="t" l="l"/>
            <a:pathLst>
              <a:path h="7013572" w="16538572">
                <a:moveTo>
                  <a:pt x="0" y="0"/>
                </a:moveTo>
                <a:lnTo>
                  <a:pt x="16538572" y="0"/>
                </a:lnTo>
                <a:lnTo>
                  <a:pt x="16538572" y="7013572"/>
                </a:lnTo>
                <a:lnTo>
                  <a:pt x="0" y="7013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87312" y="0"/>
            <a:ext cx="400050" cy="1097280"/>
          </a:xfrm>
          <a:custGeom>
            <a:avLst/>
            <a:gdLst/>
            <a:ahLst/>
            <a:cxnLst/>
            <a:rect r="r" b="b" t="t" l="l"/>
            <a:pathLst>
              <a:path h="1097280" w="400050">
                <a:moveTo>
                  <a:pt x="0" y="0"/>
                </a:moveTo>
                <a:lnTo>
                  <a:pt x="400050" y="0"/>
                </a:lnTo>
                <a:lnTo>
                  <a:pt x="40005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962054"/>
            <a:ext cx="32318" cy="3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1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5468" y="1276512"/>
            <a:ext cx="2244671" cy="7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712" y="2071373"/>
            <a:ext cx="14970623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1.Successfully built a machine learning model to predict EV type (BEV or PHEV)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4712" y="3479930"/>
            <a:ext cx="15143178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Developed an interactive Streamlit chatbot for easy and real-time predictions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4712" y="4886830"/>
            <a:ext cx="15908236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Users can quickly identify EV type by entering Make, Model, Year, and Base MSRP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4712" y="6295387"/>
            <a:ext cx="1540122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Project demonstrates integration of Python, ML, and web-based user interface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712" y="7703563"/>
            <a:ext cx="12579839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Makes EV type identification simple, accurate, and user-friendly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52579" y="4134317"/>
            <a:ext cx="5982841" cy="299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YOU!!!</a:t>
            </a:r>
          </a:p>
          <a:p>
            <a:pPr algn="ctr">
              <a:lnSpc>
                <a:spcPts val="113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DAG4wfTE5X0</dc:identifier>
  <dcterms:modified xsi:type="dcterms:W3CDTF">2011-08-01T06:04:30Z</dcterms:modified>
  <cp:revision>1</cp:revision>
  <dc:title>Week_3_Project_PPT_Template1.pptx_.pdf</dc:title>
</cp:coreProperties>
</file>